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3d9bd47b34132" /><Relationship Type="http://schemas.openxmlformats.org/officeDocument/2006/relationships/extended-properties" Target="/docProps/app.xml" Id="R5c68fbd38f7f4c9a" /><Relationship Type="http://schemas.openxmlformats.org/officeDocument/2006/relationships/officeDocument" Target="/ppt/presentation.xml" Id="R2a42b09528f9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96e6ee3c14504"/>
  </p:sldMasterIdLst>
  <p:notesMasterIdLst>
    <p:notesMasterId xmlns:r="http://schemas.openxmlformats.org/officeDocument/2006/relationships" r:id="R1be3cecbd2dd4da3"/>
  </p:notesMasterIdLst>
  <p:sldIdLst>
    <p:sldId xmlns:r="http://schemas.openxmlformats.org/officeDocument/2006/relationships" id="256" r:id="R1879b3962cae43ae"/>
    <p:sldId xmlns:r="http://schemas.openxmlformats.org/officeDocument/2006/relationships" id="257" r:id="Rd627222f65504520"/>
    <p:sldId xmlns:r="http://schemas.openxmlformats.org/officeDocument/2006/relationships" id="258" r:id="Ra42ed5beff324151"/>
    <p:sldId xmlns:r="http://schemas.openxmlformats.org/officeDocument/2006/relationships" id="259" r:id="R2540a56323594153"/>
    <p:sldId xmlns:r="http://schemas.openxmlformats.org/officeDocument/2006/relationships" id="260" r:id="R4d42a033a0c24a94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991301dcbb413a" /><Relationship Type="http://schemas.openxmlformats.org/officeDocument/2006/relationships/slideMaster" Target="/ppt/slideMasters/slideMaster1.xml" Id="Rf2296e6ee3c14504" /><Relationship Type="http://schemas.openxmlformats.org/officeDocument/2006/relationships/notesMaster" Target="/ppt/notesMasters/notesMaster1.xml" Id="R1be3cecbd2dd4da3" /><Relationship Type="http://schemas.openxmlformats.org/officeDocument/2006/relationships/presProps" Target="/ppt/presProps.xml" Id="Rf9a6e1d8c6ea45e8" /><Relationship Type="http://schemas.openxmlformats.org/officeDocument/2006/relationships/tableStyles" Target="/ppt/tableStyles.xml" Id="R2f80df2d1bf24e37" /><Relationship Type="http://schemas.openxmlformats.org/officeDocument/2006/relationships/slide" Target="/ppt/slides/slide1.xml" Id="R1879b3962cae43ae" /><Relationship Type="http://schemas.openxmlformats.org/officeDocument/2006/relationships/slide" Target="/ppt/slides/slide2.xml" Id="Rd627222f65504520" /><Relationship Type="http://schemas.openxmlformats.org/officeDocument/2006/relationships/slide" Target="/ppt/slides/slide3.xml" Id="Ra42ed5beff324151" /><Relationship Type="http://schemas.openxmlformats.org/officeDocument/2006/relationships/slide" Target="/ppt/slides/slide4.xml" Id="R2540a56323594153" /><Relationship Type="http://schemas.openxmlformats.org/officeDocument/2006/relationships/slide" Target="/ppt/slides/slide5.xml" Id="R4d42a033a0c2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5fac2c4d8b4e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dd7feb5774735" /><Relationship Type="http://schemas.openxmlformats.org/officeDocument/2006/relationships/notesMaster" Target="/ppt/notesMasters/notesMaster1.xml" Id="R98d8738375aa4b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7a021084b64a0f" /><Relationship Type="http://schemas.openxmlformats.org/officeDocument/2006/relationships/notesMaster" Target="/ppt/notesMasters/notesMaster1.xml" Id="R7985a10eb64346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c687a98f95441f" /><Relationship Type="http://schemas.openxmlformats.org/officeDocument/2006/relationships/notesMaster" Target="/ppt/notesMasters/notesMaster1.xml" Id="R791bf3349be244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affbd340194965" /><Relationship Type="http://schemas.openxmlformats.org/officeDocument/2006/relationships/notesMaster" Target="/ppt/notesMasters/notesMaster1.xml" Id="R7e5790807c734c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9c76e5cfca4d8b" /><Relationship Type="http://schemas.openxmlformats.org/officeDocument/2006/relationships/notesMaster" Target="/ppt/notesMasters/notesMaster1.xml" Id="R94ab06f581cc49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copy is editable. Replace the picture placeholder with your own image, or delete it and insert a photo in the same space. Keep the background at full slide size and slides in order to preserve the connecting butterfly path. Background generated with the built-in image generation tool using the Collectively Delanie logo and existing organic product-photo background as style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copy is editable. Replace the picture placeholder with your own image, or delete it and insert a photo in the same space. Keep the background at full slide size and slides in order to preserve the connecting butterfly path. Background generated with the built-in image generation tool using the Collectively Delanie logo and existing organic product-photo background as style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copy is editable. Replace the picture placeholder with your own image, or delete it and insert a photo in the same space. Keep the background at full slide size and slides in order to preserve the connecting butterfly path. Background generated with the built-in image generation tool using the Collectively Delanie logo and existing organic product-photo background as style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copy is editable. Replace the picture placeholder with your own image, or delete it and insert a photo in the same space. Keep the background at full slide size and slides in order to preserve the connecting butterfly path. Background generated with the built-in image generation tool using the Collectively Delanie logo and existing organic product-photo background as style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 copy is editable. Replace the picture placeholder with your own image, or delete it and insert a photo in the same space. Keep the background at full slide size and slides in order to preserve the connecting butterfly path. Background generated with the built-in image generation tool using the Collectively Delanie logo and existing organic product-photo background as style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bb9021dc72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526117b8ec4a0d" /><Relationship Type="http://schemas.openxmlformats.org/officeDocument/2006/relationships/slideLayout" Target="/ppt/slideLayouts/slideLayout1.xml" Id="Rb61cee67530b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1cee67530b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5a438e58b4637" /><Relationship Type="http://schemas.openxmlformats.org/officeDocument/2006/relationships/image" Target="/ppt/media/image.png" Id="Re9d017f9a14a48ac" /><Relationship Type="http://schemas.openxmlformats.org/officeDocument/2006/relationships/notesSlide" Target="/ppt/notesSlides/notesSlide1.xml" Id="R5c0151cdd3ac4b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038acd48146bb" /><Relationship Type="http://schemas.openxmlformats.org/officeDocument/2006/relationships/image" Target="/ppt/media/image2.png" Id="R79bc24cb211549a0" /><Relationship Type="http://schemas.openxmlformats.org/officeDocument/2006/relationships/notesSlide" Target="/ppt/notesSlides/notesSlide2.xml" Id="Redbe403ffffb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c34db662140e2" /><Relationship Type="http://schemas.openxmlformats.org/officeDocument/2006/relationships/image" Target="/ppt/media/image3.png" Id="Re37c5333e8fc475e" /><Relationship Type="http://schemas.openxmlformats.org/officeDocument/2006/relationships/notesSlide" Target="/ppt/notesSlides/notesSlide3.xml" Id="Rdd7f3f3878e6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7ba8d2d045ba" /><Relationship Type="http://schemas.openxmlformats.org/officeDocument/2006/relationships/image" Target="/ppt/media/image4.png" Id="R057f5a9c298f449c" /><Relationship Type="http://schemas.openxmlformats.org/officeDocument/2006/relationships/notesSlide" Target="/ppt/notesSlides/notesSlide4.xml" Id="Rcd8f99bbdfa144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86d7209ec4aee" /><Relationship Type="http://schemas.openxmlformats.org/officeDocument/2006/relationships/image" Target="/ppt/media/image5.png" Id="R888a530493b743f8" /><Relationship Type="http://schemas.openxmlformats.org/officeDocument/2006/relationships/notesSlide" Target="/ppt/notesSlides/notesSlide5.xml" Id="R19976dc493ad4d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017f9a14a48ac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4C69C-7D3F-4F69-9885-AC529E0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C O L L E C T I V E L Y   D E L A N I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9497E-CFB2-4CC6-93D4-5403420C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4F5C53"/>
                </a:solidFill>
                <a:latin typeface="Didot"/>
                <a:ea typeface="Didot"/>
                <a:cs typeface="Didot"/>
              </a:defRPr>
            </a:pPr>
            <a:r>
              <a:rPr sz="5100">
                <a:solidFill>
                  <a:srgbClr val="4F5C53"/>
                </a:solidFill>
                <a:latin typeface="Didot"/>
                <a:ea typeface="Didot"/>
                <a:cs typeface="Didot"/>
              </a:rPr>
              <a:t>Your story here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C46-9BB4-4FFE-8610-F2F138F6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Add a short introduction to your post.</a:t>
            </a:r>
          </a:p>
        </p:txBody>
      </p:sp>
      <p:sp>
        <p:nvSpPr>
          <p:cNvPr id="5" name="Replace with your photo">
            <a:extLst xmlns:a="http://schemas.openxmlformats.org/drawingml/2006/main">
              <a:ext uri="{FF2B5EF4-FFF2-40B4-BE49-F238E27FC236}">
                <a16:creationId xmlns:a16="http://schemas.microsoft.com/office/drawing/2014/main" id="{77FE518B-59F1-46FA-B39F-EFC77FD2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868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9525">
            <a:solidFill>
              <a:srgbClr val="D6C8B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rPr>
              <a:t>ADD YOUR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ECB76-F166-41D7-9C84-9C57F5A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53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@collectivelydelanie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0D27D-AF95-46E6-A2AE-D17282AD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538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94216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c24cb211549a0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7F8E5-21CC-47A7-A635-E7BD2269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C O L L E C T I V E L Y   D E L A N I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497F2-127A-4BB3-AB60-03B694A6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4F5C53"/>
                </a:solidFill>
                <a:latin typeface="Didot"/>
                <a:ea typeface="Didot"/>
                <a:cs typeface="Didot"/>
              </a:defRPr>
            </a:pPr>
            <a:r>
              <a:rPr sz="5100">
                <a:solidFill>
                  <a:srgbClr val="4F5C53"/>
                </a:solidFill>
                <a:latin typeface="Didot"/>
                <a:ea typeface="Didot"/>
                <a:cs typeface="Didot"/>
              </a:rPr>
              <a:t>A closer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EB445-2D66-4A1C-AC6E-574D3F0C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Add a few words about this photo.</a:t>
            </a:r>
          </a:p>
        </p:txBody>
      </p:sp>
      <p:sp>
        <p:nvSpPr>
          <p:cNvPr id="5" name="Replace with your photo">
            <a:extLst xmlns:a="http://schemas.openxmlformats.org/drawingml/2006/main">
              <a:ext uri="{FF2B5EF4-FFF2-40B4-BE49-F238E27FC236}">
                <a16:creationId xmlns:a16="http://schemas.microsoft.com/office/drawing/2014/main" id="{83D6FE97-A8E5-46A7-B5F4-14F92DEB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868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9525">
            <a:solidFill>
              <a:srgbClr val="D6C8B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rPr>
              <a:t>ADD YOUR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54E28-E913-4E72-BC08-6FDE2B6D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53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@collectivelydelanie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A2B62-3C7B-47FF-AA5A-74B7FDD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538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28707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c5333e8fc475e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5E04A-BCA6-4D57-ABEA-8D604F74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C O L L E C T I V E L Y   D E L A N I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DEF90-625B-4F0F-82CD-2B26E22A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4F5C53"/>
                </a:solidFill>
                <a:latin typeface="Didot"/>
                <a:ea typeface="Didot"/>
                <a:cs typeface="Didot"/>
              </a:defRPr>
            </a:pPr>
            <a:r>
              <a:rPr sz="5100">
                <a:solidFill>
                  <a:srgbClr val="4F5C53"/>
                </a:solidFill>
                <a:latin typeface="Didot"/>
                <a:ea typeface="Didot"/>
                <a:cs typeface="Didot"/>
              </a:rPr>
              <a:t>The little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5F409-7EE6-4072-8A74-96B98C5C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Tell the story behind your favorite detail.</a:t>
            </a:r>
          </a:p>
        </p:txBody>
      </p:sp>
      <p:sp>
        <p:nvSpPr>
          <p:cNvPr id="5" name="Replace with your photo">
            <a:extLst xmlns:a="http://schemas.openxmlformats.org/drawingml/2006/main">
              <a:ext uri="{FF2B5EF4-FFF2-40B4-BE49-F238E27FC236}">
                <a16:creationId xmlns:a16="http://schemas.microsoft.com/office/drawing/2014/main" id="{818163E6-A6EA-497C-9E13-455B353D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868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9525">
            <a:solidFill>
              <a:srgbClr val="D6C8B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rPr>
              <a:t>ADD YOUR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A14E4-757B-4CDE-BCF9-02818E5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53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@collectivelydelanie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3F5C7-22E0-4F07-A224-CBBDC7A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538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891789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f5a9c298f449c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0DE17-AD92-49F7-AFA1-AB478C74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C O L L E C T I V E L Y   D E L A N I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43FAA-21DF-4113-A5CE-AD198109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4F5C53"/>
                </a:solidFill>
                <a:latin typeface="Didot"/>
                <a:ea typeface="Didot"/>
                <a:cs typeface="Didot"/>
              </a:defRPr>
            </a:pPr>
            <a:r>
              <a:rPr sz="5100">
                <a:solidFill>
                  <a:srgbClr val="4F5C53"/>
                </a:solidFill>
                <a:latin typeface="Didot"/>
                <a:ea typeface="Didot"/>
                <a:cs typeface="Didot"/>
              </a:rPr>
              <a:t>Made with purpose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FFDF4-AB27-4569-88B9-1DFEDA3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Make this space your own.</a:t>
            </a:r>
          </a:p>
        </p:txBody>
      </p:sp>
      <p:sp>
        <p:nvSpPr>
          <p:cNvPr id="5" name="Replace with your photo">
            <a:extLst xmlns:a="http://schemas.openxmlformats.org/drawingml/2006/main">
              <a:ext uri="{FF2B5EF4-FFF2-40B4-BE49-F238E27FC236}">
                <a16:creationId xmlns:a16="http://schemas.microsoft.com/office/drawing/2014/main" id="{63C90C1B-93A0-44A7-A8CB-87556691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868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9525">
            <a:solidFill>
              <a:srgbClr val="D6C8B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rPr>
              <a:t>ADD YOUR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A1B09-2778-4312-9A6B-B70EA41A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53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@collectivelydelanie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C4A8F-F647-4620-9B36-2A1A90B0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538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41727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8a530493b743f8"/>
          <a:stretch xmlns:a="http://schemas.openxmlformats.org/drawingml/2006/main"/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57B3D-E7D7-4980-B953-7836AEE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57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C O L L E C T I V E L Y   D E L A N I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8B0A-5892-4C62-9D87-51E84C4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15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>
                <a:solidFill>
                  <a:srgbClr val="4F5C53"/>
                </a:solidFill>
                <a:latin typeface="Didot"/>
                <a:ea typeface="Didot"/>
                <a:cs typeface="Didot"/>
              </a:defRPr>
            </a:pPr>
            <a:r>
              <a:rPr sz="5100">
                <a:solidFill>
                  <a:srgbClr val="4F5C53"/>
                </a:solidFill>
                <a:latin typeface="Didot"/>
                <a:ea typeface="Didot"/>
                <a:cs typeface="Didot"/>
              </a:rPr>
              <a:t>Your closing thought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3B3C2-E0EE-4252-B55D-2AC36F29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868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2100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Add your invitation or next step.</a:t>
            </a:r>
          </a:p>
        </p:txBody>
      </p:sp>
      <p:sp>
        <p:nvSpPr>
          <p:cNvPr id="5" name="Replace with your photo">
            <a:extLst xmlns:a="http://schemas.openxmlformats.org/drawingml/2006/main">
              <a:ext uri="{FF2B5EF4-FFF2-40B4-BE49-F238E27FC236}">
                <a16:creationId xmlns:a16="http://schemas.microsoft.com/office/drawing/2014/main" id="{D634E434-232D-4836-AD49-C6C36E88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9875"/>
            <a:ext cx="86868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DD"/>
          </a:solidFill>
          <a:ln xmlns:a="http://schemas.openxmlformats.org/drawingml/2006/main" w="9525">
            <a:solidFill>
              <a:srgbClr val="D6C8B8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defRPr>
            </a:pPr>
            <a:r>
              <a:rPr sz="1800">
                <a:solidFill>
                  <a:srgbClr val="6B7C71"/>
                </a:solidFill>
                <a:latin typeface="Avenir Next"/>
                <a:ea typeface="Avenir Next"/>
                <a:cs typeface="Avenir Next"/>
              </a:rPr>
              <a:t>ADD YOUR PHOTO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351E1-BFDE-4F86-9551-DBED055C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95387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@collectivelydelanie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7EF0-3843-4BDE-BBBE-8F833F84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9538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defRPr>
            </a:pPr>
            <a:r>
              <a:rPr sz="1725">
                <a:solidFill>
                  <a:srgbClr val="4F5C5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8207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2026-09-07T16:19:45.5830000Z</dcterms:created>
  <dcterms:modified xsi:type="dcterms:W3CDTF">2026-09-07T16:19:45.5830000Z</dcterms:modified>
</coreProperties>
</file>